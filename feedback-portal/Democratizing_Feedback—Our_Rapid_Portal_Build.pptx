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9144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DEMOCRATIZING FEEDBACK—</a:t>
            </a:r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RAPID PORTAL BUILD</a:t>
            </a:r>
            <a:endParaRPr lang="en-US" sz="3294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801118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7231" y="1771650"/>
            <a:ext cx="88909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GAP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428625" y="2180630"/>
            <a:ext cx="2466966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A4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Annual feedback cycles left employees waiting, reducing engagement and creating a disconnect between performance and recognition.</a:t>
            </a:r>
            <a:endParaRPr lang="en-US" sz="1159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503" y="1801118"/>
            <a:ext cx="214313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59972" y="1771650"/>
            <a:ext cx="148905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SOLUTION</a:t>
            </a:r>
            <a:endParaRPr lang="en-US" sz="1397" dirty="0"/>
          </a:p>
        </p:txBody>
      </p:sp>
      <p:sp>
        <p:nvSpPr>
          <p:cNvPr id="9" name="Text 4"/>
          <p:cNvSpPr/>
          <p:nvPr/>
        </p:nvSpPr>
        <p:spPr>
          <a:xfrm>
            <a:off x="3338503" y="2180630"/>
            <a:ext cx="2466966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A4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Using rapid coding, we built a JavaScript-powered web portal, frontend to backend, with an SQLite database for robust storage.</a:t>
            </a:r>
            <a:endParaRPr lang="en-US" sz="1159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381" y="1801118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26988" y="1771650"/>
            <a:ext cx="75185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IMPACT</a:t>
            </a:r>
            <a:endParaRPr lang="en-US" sz="1397" dirty="0"/>
          </a:p>
        </p:txBody>
      </p:sp>
      <p:sp>
        <p:nvSpPr>
          <p:cNvPr id="12" name="Text 6"/>
          <p:cNvSpPr/>
          <p:nvPr/>
        </p:nvSpPr>
        <p:spPr>
          <a:xfrm>
            <a:off x="6248381" y="2180630"/>
            <a:ext cx="2466966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A4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Instant feedback loops empowered teams, fostering a culture of continuous improvement across the entire organization.</a:t>
            </a:r>
            <a:endParaRPr lang="en-US" sz="1159" dirty="0"/>
          </a:p>
        </p:txBody>
      </p:sp>
      <p:sp>
        <p:nvSpPr>
          <p:cNvPr id="13" name="Text 7"/>
          <p:cNvSpPr/>
          <p:nvPr/>
        </p:nvSpPr>
        <p:spPr>
          <a:xfrm>
            <a:off x="6176944" y="3115010"/>
            <a:ext cx="202871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410" dirty="0">
                <a:solidFill>
                  <a:srgbClr val="FF5722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</a:t>
            </a:r>
            <a:endParaRPr lang="en-US" sz="4410" dirty="0"/>
          </a:p>
        </p:txBody>
      </p:sp>
      <p:sp>
        <p:nvSpPr>
          <p:cNvPr id="14" name="Text 8"/>
          <p:cNvSpPr/>
          <p:nvPr/>
        </p:nvSpPr>
        <p:spPr>
          <a:xfrm>
            <a:off x="6248381" y="3400760"/>
            <a:ext cx="246696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Empowered Culture</a:t>
            </a:r>
            <a:endParaRPr lang="en-US" sz="1602" dirty="0"/>
          </a:p>
        </p:txBody>
      </p:sp>
      <p:sp>
        <p:nvSpPr>
          <p:cNvPr id="15" name="Shape 9"/>
          <p:cNvSpPr/>
          <p:nvPr/>
        </p:nvSpPr>
        <p:spPr>
          <a:xfrm>
            <a:off x="0" y="4331987"/>
            <a:ext cx="9144000" cy="81151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0"/>
          <p:cNvSpPr/>
          <p:nvPr/>
        </p:nvSpPr>
        <p:spPr>
          <a:xfrm>
            <a:off x="428625" y="4655576"/>
            <a:ext cx="111685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5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TAKEAWAY</a:t>
            </a:r>
            <a:endParaRPr lang="en-US" sz="987" dirty="0"/>
          </a:p>
        </p:txBody>
      </p:sp>
      <p:sp>
        <p:nvSpPr>
          <p:cNvPr id="17" name="Text 11"/>
          <p:cNvSpPr/>
          <p:nvPr/>
        </p:nvSpPr>
        <p:spPr>
          <a:xfrm>
            <a:off x="1759790" y="4617737"/>
            <a:ext cx="632247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Even without prior expertise, rapid coding let us architect a robust, practical platform—fast!</a:t>
            </a:r>
            <a:endParaRPr lang="en-US" sz="126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2026-03-23T12:32:44Z</dcterms:created>
  <dcterms:modified xsi:type="dcterms:W3CDTF">2026-03-23T12:32:44Z</dcterms:modified>
</cp:coreProperties>
</file>